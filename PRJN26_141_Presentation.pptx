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74761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548640"/>
            <a:ext cx="1097280" cy="10972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173736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Cloud Forensics Automation</a:t>
            </a:r>
            <a:endParaRPr lang="en-US" sz="34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 Energy Breaches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3200400" y="32461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PRJN26-141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2926080" y="3840480"/>
            <a:ext cx="3291840" cy="18288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B8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BCA Final Year Project 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0424" y="4434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Muhammed Rinshad PP 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B8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Energy Sector Forensics Needs Automation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7863840" cy="749808"/>
          </a:xfrm>
          <a:prstGeom prst="rect">
            <a:avLst/>
          </a:prstGeom>
          <a:solidFill>
            <a:srgbClr val="F4F6F9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563624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49047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Inspection Fails at Scale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463040" y="1801368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B8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companies store thousands of files — manual review is impractical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40080" y="2286000"/>
            <a:ext cx="7863840" cy="749808"/>
          </a:xfrm>
          <a:prstGeom prst="rect">
            <a:avLst/>
          </a:prstGeom>
          <a:solidFill>
            <a:srgbClr val="F4F6F9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2432304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63040" y="235915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Tampering Goes Undetected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463040" y="2670048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B8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hash comparison, modified files blend in with legitimate data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40080" y="3154680"/>
            <a:ext cx="7863840" cy="749808"/>
          </a:xfrm>
          <a:prstGeom prst="rect">
            <a:avLst/>
          </a:prstGeom>
          <a:solidFill>
            <a:srgbClr val="F4F6F9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300984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63040" y="322783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Chain-of-Custody Gaps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463040" y="3538728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B8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processes lack timestamped audit trails required by regulators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40080" y="4023360"/>
            <a:ext cx="7863840" cy="749808"/>
          </a:xfrm>
          <a:prstGeom prst="rect">
            <a:avLst/>
          </a:prstGeom>
          <a:solidFill>
            <a:srgbClr val="F4F6F9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4169664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63040" y="409651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Structured Reporting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1463040" y="4407408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B8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Ad-hoc investigation produces inconsistent, non-reproducible evidence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Aim &amp; Objectives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1188720"/>
            <a:ext cx="256032" cy="256032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1887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80160" y="1133856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Recursively scan directories and collect comprehensive file metadata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1719072"/>
            <a:ext cx="256032" cy="256032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7190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280160" y="166420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dual cryptographic hashes (MD5 + SHA-256) for every file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2249424"/>
            <a:ext cx="256032" cy="256032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2494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280160" y="2194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baseline snapshots for future tamper comparison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" y="2779776"/>
            <a:ext cx="256032" cy="256032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7797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280160" y="272491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file tampering: flag NEW, MODIFIED, and DELETED files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22960" y="3310128"/>
            <a:ext cx="256032" cy="256032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3101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280160" y="325526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CSV evidence reports and HTML forensic dashboards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22960" y="3840480"/>
            <a:ext cx="256032" cy="256032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38404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280160" y="3785616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timestamped audit trail for chain-of-custody compliance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22960" y="4370832"/>
            <a:ext cx="256032" cy="256032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43708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280160" y="431596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external dependencies — Python standard library only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B8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entirely with Python Standard Library — zero external dependencies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2514600" cy="1371600"/>
          </a:xfrm>
          <a:prstGeom prst="rect">
            <a:avLst/>
          </a:prstGeom>
          <a:solidFill>
            <a:srgbClr val="F4F6F9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155448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1945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3.10+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2450592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B8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429000" y="1371600"/>
            <a:ext cx="2514600" cy="1371600"/>
          </a:xfrm>
          <a:prstGeom prst="rect">
            <a:avLst/>
          </a:prstGeom>
          <a:solidFill>
            <a:srgbClr val="F4F6F9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1554480"/>
            <a:ext cx="640080" cy="6400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429000" y="21945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hashlib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3429000" y="2450592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B8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MD5 &amp; SHA-256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217920" y="1371600"/>
            <a:ext cx="2514600" cy="1371600"/>
          </a:xfrm>
          <a:prstGeom prst="rect">
            <a:avLst/>
          </a:prstGeom>
          <a:solidFill>
            <a:srgbClr val="F4F6F9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0" y="1554480"/>
            <a:ext cx="640080" cy="6400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217920" y="21945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/ pathlib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6217920" y="2450592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B8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traversal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40080" y="3017520"/>
            <a:ext cx="2514600" cy="1371600"/>
          </a:xfrm>
          <a:prstGeom prst="rect">
            <a:avLst/>
          </a:prstGeom>
          <a:solidFill>
            <a:srgbClr val="F4F6F9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54480" y="3200400"/>
            <a:ext cx="640080" cy="6400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0080" y="384048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640080" y="4096512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B8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storage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3429000" y="3017520"/>
            <a:ext cx="2514600" cy="1371600"/>
          </a:xfrm>
          <a:prstGeom prst="rect">
            <a:avLst/>
          </a:prstGeom>
          <a:solidFill>
            <a:srgbClr val="F4F6F9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43400" y="3200400"/>
            <a:ext cx="640080" cy="64008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429000" y="384048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3429000" y="4096512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B8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reports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6217920" y="3017520"/>
            <a:ext cx="2514600" cy="1371600"/>
          </a:xfrm>
          <a:prstGeom prst="rect">
            <a:avLst/>
          </a:prstGeom>
          <a:solidFill>
            <a:srgbClr val="F4F6F9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32320" y="3200400"/>
            <a:ext cx="640080" cy="64008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217920" y="384048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tkinter</a:t>
            </a:r>
            <a:endParaRPr lang="en-US" sz="1400" dirty="0"/>
          </a:p>
        </p:txBody>
      </p:sp>
      <p:sp>
        <p:nvSpPr>
          <p:cNvPr id="27" name="Text 19"/>
          <p:cNvSpPr/>
          <p:nvPr/>
        </p:nvSpPr>
        <p:spPr>
          <a:xfrm>
            <a:off x="6217920" y="4096512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B8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GUI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Architecture</a:t>
            </a:r>
            <a:endParaRPr lang="en-US" sz="3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914400"/>
            <a:ext cx="841248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 Breakdown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005840"/>
            <a:ext cx="3931920" cy="1051560"/>
          </a:xfrm>
          <a:prstGeom prst="rect">
            <a:avLst/>
          </a:prstGeom>
          <a:solidFill>
            <a:srgbClr val="142644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23444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54480" y="11430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forensic_tool.py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554480" y="15087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entry point &amp; dispatcher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846320" y="1005840"/>
            <a:ext cx="3931920" cy="1051560"/>
          </a:xfrm>
          <a:prstGeom prst="rect">
            <a:avLst/>
          </a:prstGeom>
          <a:solidFill>
            <a:srgbClr val="142644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234440"/>
            <a:ext cx="548640" cy="5486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760720" y="11430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scanner.py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5760720" y="15087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Directory traversal &amp; metadata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40080" y="2286000"/>
            <a:ext cx="3931920" cy="1051560"/>
          </a:xfrm>
          <a:prstGeom prst="rect">
            <a:avLst/>
          </a:prstGeom>
          <a:solidFill>
            <a:srgbClr val="142644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2514600"/>
            <a:ext cx="548640" cy="5486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554480" y="24231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hasher.py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1554480" y="27889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MD5 + SHA-256 dual hashing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4846320" y="2286000"/>
            <a:ext cx="3931920" cy="1051560"/>
          </a:xfrm>
          <a:prstGeom prst="rect">
            <a:avLst/>
          </a:prstGeom>
          <a:solidFill>
            <a:srgbClr val="142644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2514600"/>
            <a:ext cx="548640" cy="5486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760720" y="24231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comparator.py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5760720" y="27889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comparison &amp; tamper detection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640080" y="3566160"/>
            <a:ext cx="3931920" cy="1051560"/>
          </a:xfrm>
          <a:prstGeom prst="rect">
            <a:avLst/>
          </a:prstGeom>
          <a:solidFill>
            <a:srgbClr val="142644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" y="3794760"/>
            <a:ext cx="548640" cy="5486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554480" y="37033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report_generator.py</a:t>
            </a:r>
            <a:endParaRPr lang="en-US" sz="1400" dirty="0"/>
          </a:p>
        </p:txBody>
      </p:sp>
      <p:sp>
        <p:nvSpPr>
          <p:cNvPr id="22" name="Text 15"/>
          <p:cNvSpPr/>
          <p:nvPr/>
        </p:nvSpPr>
        <p:spPr>
          <a:xfrm>
            <a:off x="1554480" y="40690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&amp; HTML report output</a:t>
            </a:r>
            <a:endParaRPr lang="en-US" sz="1200" dirty="0"/>
          </a:p>
        </p:txBody>
      </p:sp>
      <p:sp>
        <p:nvSpPr>
          <p:cNvPr id="23" name="Shape 16"/>
          <p:cNvSpPr/>
          <p:nvPr/>
        </p:nvSpPr>
        <p:spPr>
          <a:xfrm>
            <a:off x="4846320" y="3566160"/>
            <a:ext cx="3931920" cy="1051560"/>
          </a:xfrm>
          <a:prstGeom prst="rect">
            <a:avLst/>
          </a:prstGeom>
          <a:solidFill>
            <a:srgbClr val="142644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9200" y="3794760"/>
            <a:ext cx="548640" cy="5486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5760720" y="37033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logger_config.py</a:t>
            </a:r>
            <a:endParaRPr lang="en-US" sz="1400" dirty="0"/>
          </a:p>
        </p:txBody>
      </p:sp>
      <p:sp>
        <p:nvSpPr>
          <p:cNvPr id="26" name="Text 18"/>
          <p:cNvSpPr/>
          <p:nvPr/>
        </p:nvSpPr>
        <p:spPr>
          <a:xfrm>
            <a:off x="5760720" y="40690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Timestamped audit trail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Enrichment Pipeline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920240" cy="2560320"/>
          </a:xfrm>
          <a:prstGeom prst="rect">
            <a:avLst/>
          </a:prstGeom>
          <a:solidFill>
            <a:srgbClr val="2196F3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4173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metadata fields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377440" y="21031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7B8DA0"/>
                </a:solidFill>
              </a:rPr>
              <a:t>▶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651760" y="1280160"/>
            <a:ext cx="1920240" cy="2560320"/>
          </a:xfrm>
          <a:prstGeom prst="rect">
            <a:avLst/>
          </a:prstGeom>
          <a:solidFill>
            <a:srgbClr val="00BCD4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51760" y="14173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651760" y="21945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651760" y="29260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 hash fields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0" y="21031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7B8DA0"/>
                </a:solidFill>
              </a:rPr>
              <a:t>▶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846320" y="1280160"/>
            <a:ext cx="1920240" cy="2560320"/>
          </a:xfrm>
          <a:prstGeom prst="rect">
            <a:avLst/>
          </a:prstGeom>
          <a:solidFill>
            <a:srgbClr val="FF9800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46320" y="14173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4846320" y="21945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846320" y="29260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 status flag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766560" y="21031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7B8DA0"/>
                </a:solidFill>
              </a:rPr>
              <a:t>▶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7040880" y="1280160"/>
            <a:ext cx="1920240" cy="2560320"/>
          </a:xfrm>
          <a:prstGeom prst="rect">
            <a:avLst/>
          </a:prstGeom>
          <a:solidFill>
            <a:srgbClr val="4CAF50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040880" y="14173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7040880" y="21945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040880" y="29260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+ HTML output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7B8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record is progressively enriched from 7 fields to a complete 10-field evidence record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Dual-Hash Integrity Verification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3749040" cy="3200400"/>
          </a:xfrm>
          <a:prstGeom prst="rect">
            <a:avLst/>
          </a:prstGeom>
          <a:solidFill>
            <a:srgbClr val="142644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D9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MD5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B8D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128-bit  |  32 hex chars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05840" y="2103120"/>
            <a:ext cx="3017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computation speed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file deduplication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collision-resistant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Preliminary comparison use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051560"/>
            <a:ext cx="3749040" cy="3200400"/>
          </a:xfrm>
          <a:prstGeom prst="rect">
            <a:avLst/>
          </a:prstGeom>
          <a:solidFill>
            <a:srgbClr val="142644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0" y="11887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SHA-256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754880" y="16459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B8D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256-bit  |  64 hex chars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120640" y="2103120"/>
            <a:ext cx="3017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Forensic-grade security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FIPS 180-4 compliant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Collision-resistant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evidence standard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7B8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computed simultaneously in a single file read pass (8 KB streaming buffer)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Tamper Detection Engine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109728" cy="73152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4" name="Shape 2"/>
          <p:cNvSpPr/>
          <p:nvPr/>
        </p:nvSpPr>
        <p:spPr>
          <a:xfrm>
            <a:off x="749808" y="1097280"/>
            <a:ext cx="7772400" cy="731520"/>
          </a:xfrm>
          <a:prstGeom prst="rect">
            <a:avLst/>
          </a:prstGeom>
          <a:solidFill>
            <a:srgbClr val="F4F6F9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1143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UNCHANGED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14813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B8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matches baseline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011680"/>
            <a:ext cx="109728" cy="73152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8" name="Shape 6"/>
          <p:cNvSpPr/>
          <p:nvPr/>
        </p:nvSpPr>
        <p:spPr>
          <a:xfrm>
            <a:off x="749808" y="2011680"/>
            <a:ext cx="7772400" cy="731520"/>
          </a:xfrm>
          <a:prstGeom prst="rect">
            <a:avLst/>
          </a:prstGeom>
          <a:solidFill>
            <a:srgbClr val="F4F6F9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05840" y="2057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96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23957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B8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added after baseline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2926080"/>
            <a:ext cx="109728" cy="73152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12" name="Shape 10"/>
          <p:cNvSpPr/>
          <p:nvPr/>
        </p:nvSpPr>
        <p:spPr>
          <a:xfrm>
            <a:off x="749808" y="2926080"/>
            <a:ext cx="7772400" cy="731520"/>
          </a:xfrm>
          <a:prstGeom prst="rect">
            <a:avLst/>
          </a:prstGeom>
          <a:solidFill>
            <a:srgbClr val="F4F6F9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005840" y="2971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9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MODIFIED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5840" y="33101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B8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differs from baseline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840480"/>
            <a:ext cx="109728" cy="731520"/>
          </a:xfrm>
          <a:prstGeom prst="rect">
            <a:avLst/>
          </a:prstGeom>
          <a:solidFill>
            <a:srgbClr val="F44336"/>
          </a:solidFill>
          <a:ln/>
        </p:spPr>
      </p:sp>
      <p:sp>
        <p:nvSpPr>
          <p:cNvPr id="16" name="Shape 14"/>
          <p:cNvSpPr/>
          <p:nvPr/>
        </p:nvSpPr>
        <p:spPr>
          <a:xfrm>
            <a:off x="749808" y="3840480"/>
            <a:ext cx="7772400" cy="731520"/>
          </a:xfrm>
          <a:prstGeom prst="rect">
            <a:avLst/>
          </a:prstGeom>
          <a:solidFill>
            <a:srgbClr val="F4F6F9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005840" y="3886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443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DELETED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05840" y="4224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B8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missing from scan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 Interface in Action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Command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60120"/>
            <a:ext cx="3931920" cy="1828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754880" y="6858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Command</a:t>
            </a: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960120"/>
            <a:ext cx="3931920" cy="1554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" y="3017520"/>
            <a:ext cx="8229600" cy="1645920"/>
          </a:xfrm>
          <a:prstGeom prst="rect">
            <a:avLst/>
          </a:prstGeom>
          <a:solidFill>
            <a:srgbClr val="142644"/>
          </a:solidFill>
          <a:ln/>
        </p:spPr>
        <p:txBody>
          <a:bodyPr wrap="square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forensic_tool.py scan --path &lt;dir&gt;</a:t>
            </a:r>
            <a:endParaRPr lang="en-US" sz="12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forensic_tool.py baseline --path &lt;dir&gt;</a:t>
            </a:r>
            <a:endParaRPr lang="en-US" sz="12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forensic_tool.py compare --path &lt;dir&gt; --report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Desktop GUI Dashboard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5303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B8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Python Tkinter — 17,079 files scanned successfully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868680"/>
            <a:ext cx="841248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Testing Results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920240" cy="1645920"/>
          </a:xfrm>
          <a:prstGeom prst="rect">
            <a:avLst/>
          </a:prstGeom>
          <a:solidFill>
            <a:srgbClr val="14264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8872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16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606040" y="1097280"/>
            <a:ext cx="1920240" cy="1645920"/>
          </a:xfrm>
          <a:prstGeom prst="rect">
            <a:avLst/>
          </a:prstGeom>
          <a:solidFill>
            <a:srgbClr val="142644"/>
          </a:solidFill>
          <a:ln/>
        </p:spPr>
      </p:sp>
      <p:sp>
        <p:nvSpPr>
          <p:cNvPr id="7" name="Text 5"/>
          <p:cNvSpPr/>
          <p:nvPr/>
        </p:nvSpPr>
        <p:spPr>
          <a:xfrm>
            <a:off x="2606040" y="118872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448A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2606040" y="21488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1920240" cy="1645920"/>
          </a:xfrm>
          <a:prstGeom prst="rect">
            <a:avLst/>
          </a:prstGeom>
          <a:solidFill>
            <a:srgbClr val="142644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118872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D9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4754880" y="21488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903720" y="1097280"/>
            <a:ext cx="1920240" cy="1645920"/>
          </a:xfrm>
          <a:prstGeom prst="rect">
            <a:avLst/>
          </a:prstGeom>
          <a:solidFill>
            <a:srgbClr val="142644"/>
          </a:solidFill>
          <a:ln/>
        </p:spPr>
      </p:sp>
      <p:sp>
        <p:nvSpPr>
          <p:cNvPr id="13" name="Text 11"/>
          <p:cNvSpPr/>
          <p:nvPr/>
        </p:nvSpPr>
        <p:spPr>
          <a:xfrm>
            <a:off x="6903720" y="118872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00E6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endParaRPr lang="en-US" sz="5200" dirty="0"/>
          </a:p>
        </p:txBody>
      </p:sp>
      <p:sp>
        <p:nvSpPr>
          <p:cNvPr id="14" name="Text 12"/>
          <p:cNvSpPr/>
          <p:nvPr/>
        </p:nvSpPr>
        <p:spPr>
          <a:xfrm>
            <a:off x="6903720" y="21488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30632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Test Scenarios: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338328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breach simulation: 1 NEW + 1 MODIFIED + 1 DELETED correctly detected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Large-scale audit: 17,079 files processed without errors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handling: Invalid paths produce clear diagnostics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Performance Benchmarks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920240" cy="2103120"/>
          </a:xfrm>
          <a:prstGeom prst="rect">
            <a:avLst/>
          </a:prstGeom>
          <a:solidFill>
            <a:srgbClr val="F4F6F9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2344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A8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~1,000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8745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files/sec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Speed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6517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B8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&gt;500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06040" y="1097280"/>
            <a:ext cx="1920240" cy="2103120"/>
          </a:xfrm>
          <a:prstGeom prst="rect">
            <a:avLst/>
          </a:prstGeom>
          <a:solidFill>
            <a:srgbClr val="F4F6F9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06040" y="12344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A8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~35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606040" y="18745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 peak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606040" y="22860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606040" y="26517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B8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&lt;100 MB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1097280"/>
            <a:ext cx="1920240" cy="2103120"/>
          </a:xfrm>
          <a:prstGeom prst="rect">
            <a:avLst/>
          </a:prstGeom>
          <a:solidFill>
            <a:srgbClr val="F4F6F9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0" y="12344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A8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~1.5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4754880" y="18745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54880" y="22860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754880" y="26517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B8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17K files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903720" y="1097280"/>
            <a:ext cx="1920240" cy="2103120"/>
          </a:xfrm>
          <a:prstGeom prst="rect">
            <a:avLst/>
          </a:prstGeom>
          <a:solidFill>
            <a:srgbClr val="F4F6F9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903720" y="12344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A8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&lt;1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6903720" y="18745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903720" y="22860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903720" y="26517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B8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deps to load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" y="3474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Highlights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" y="379476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operation — never modifies target files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offline — zero network calls, no remote attack vectors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audit trail with timestamped logging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Future Development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005840"/>
            <a:ext cx="3931920" cy="1005840"/>
          </a:xfrm>
          <a:prstGeom prst="rect">
            <a:avLst/>
          </a:prstGeom>
          <a:solidFill>
            <a:srgbClr val="142644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005840"/>
            <a:ext cx="73152" cy="100584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0972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Monitoring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14630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file system watching via OS notification APIs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46320" y="1005840"/>
            <a:ext cx="3931920" cy="1005840"/>
          </a:xfrm>
          <a:prstGeom prst="rect">
            <a:avLst/>
          </a:prstGeom>
          <a:solidFill>
            <a:srgbClr val="142644"/>
          </a:solidFill>
          <a:ln/>
        </p:spPr>
      </p:sp>
      <p:sp>
        <p:nvSpPr>
          <p:cNvPr id="8" name="Shape 6"/>
          <p:cNvSpPr/>
          <p:nvPr/>
        </p:nvSpPr>
        <p:spPr>
          <a:xfrm>
            <a:off x="4846320" y="1005840"/>
            <a:ext cx="73152" cy="100584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9" name="Text 7"/>
          <p:cNvSpPr/>
          <p:nvPr/>
        </p:nvSpPr>
        <p:spPr>
          <a:xfrm>
            <a:off x="5120640" y="10972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API Integration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120640" y="14630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AWS S3, Azure Blob, and Google Cloud Storage support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2240280"/>
            <a:ext cx="3931920" cy="1005840"/>
          </a:xfrm>
          <a:prstGeom prst="rect">
            <a:avLst/>
          </a:prstGeom>
          <a:solidFill>
            <a:srgbClr val="142644"/>
          </a:solidFill>
          <a:ln/>
        </p:spPr>
      </p:sp>
      <p:sp>
        <p:nvSpPr>
          <p:cNvPr id="12" name="Shape 10"/>
          <p:cNvSpPr/>
          <p:nvPr/>
        </p:nvSpPr>
        <p:spPr>
          <a:xfrm>
            <a:off x="640080" y="2240280"/>
            <a:ext cx="73152" cy="100584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23317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Multi-Threaded Hashing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14400" y="26974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computation across CPU cores for faster scans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46320" y="2240280"/>
            <a:ext cx="3931920" cy="1005840"/>
          </a:xfrm>
          <a:prstGeom prst="rect">
            <a:avLst/>
          </a:prstGeom>
          <a:solidFill>
            <a:srgbClr val="142644"/>
          </a:solidFill>
          <a:ln/>
        </p:spPr>
      </p:sp>
      <p:sp>
        <p:nvSpPr>
          <p:cNvPr id="16" name="Shape 14"/>
          <p:cNvSpPr/>
          <p:nvPr/>
        </p:nvSpPr>
        <p:spPr>
          <a:xfrm>
            <a:off x="4846320" y="2240280"/>
            <a:ext cx="73152" cy="100584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7" name="Text 15"/>
          <p:cNvSpPr/>
          <p:nvPr/>
        </p:nvSpPr>
        <p:spPr>
          <a:xfrm>
            <a:off x="5120640" y="23317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Backend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120640" y="26974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SQLite/PostgreSQL for historical trend analysis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3474720"/>
            <a:ext cx="3931920" cy="1005840"/>
          </a:xfrm>
          <a:prstGeom prst="rect">
            <a:avLst/>
          </a:prstGeom>
          <a:solidFill>
            <a:srgbClr val="142644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" y="3474720"/>
            <a:ext cx="73152" cy="100584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35661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Signatures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14400" y="39319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Cryptographically signed reports for legal admissibility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846320" y="3474720"/>
            <a:ext cx="3931920" cy="1005840"/>
          </a:xfrm>
          <a:prstGeom prst="rect">
            <a:avLst/>
          </a:prstGeom>
          <a:solidFill>
            <a:srgbClr val="142644"/>
          </a:solidFill>
          <a:ln/>
        </p:spPr>
      </p:sp>
      <p:sp>
        <p:nvSpPr>
          <p:cNvPr id="24" name="Shape 22"/>
          <p:cNvSpPr/>
          <p:nvPr/>
        </p:nvSpPr>
        <p:spPr>
          <a:xfrm>
            <a:off x="4846320" y="3474720"/>
            <a:ext cx="73152" cy="100584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25" name="Text 23"/>
          <p:cNvSpPr/>
          <p:nvPr/>
        </p:nvSpPr>
        <p:spPr>
          <a:xfrm>
            <a:off x="5120640" y="35661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Anomaly Detection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120640" y="39319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pattern recognition for suspicious file activity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73152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219456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914400" y="3017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Forensics Automation for Energy Breaches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3200400" y="3566160"/>
            <a:ext cx="2743200" cy="18288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3749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B8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PRJN26-141  |  </a:t>
            </a:r>
            <a:r>
              <a:rPr lang="en-US" sz="1400" dirty="0" err="1">
                <a:solidFill>
                  <a:srgbClr val="7B8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Rinshad</a:t>
            </a:r>
            <a:r>
              <a:rPr lang="en-US" sz="1400" dirty="0">
                <a:solidFill>
                  <a:srgbClr val="7B8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914400" y="4251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615</Words>
  <Application>Microsoft Office PowerPoint</Application>
  <PresentationFormat>On-screen Show (16:9)</PresentationFormat>
  <Paragraphs>176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 Forensics Automation for Energy Breaches - PRJN26-141</dc:title>
  <dc:subject>PptxGenJS Presentation</dc:subject>
  <dc:creator>Shamil</dc:creator>
  <cp:lastModifiedBy>shamil cu</cp:lastModifiedBy>
  <cp:revision>2</cp:revision>
  <dcterms:created xsi:type="dcterms:W3CDTF">2026-04-28T13:16:31Z</dcterms:created>
  <dcterms:modified xsi:type="dcterms:W3CDTF">2026-04-28T15:15:37Z</dcterms:modified>
</cp:coreProperties>
</file>